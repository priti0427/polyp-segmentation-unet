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UNet for Polyp Segmentation</a:t>
            </a:r>
            <a:br/>
            <a:r>
              <a:t>in Colonoscopy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Deep Learning Final Project  •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Colorectal cancer is the 3rd most common cancer worldwide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During colonoscopy, 14-30% of polyps are missed by physicians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Early detection is critical — polyps can develop into cancer over time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Manual inspection is time-consuming and prone to human error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Our Goal: Build an automated polyp segmentation system to assist doctors in identifying polyp boundaries accurately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Dataset: Kvasir-SEG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Dataset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1,000 polyp images from colonoscopy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Pixel-wise segmentation masks provided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Variable resolution (resized to 256×256)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Source: Simula Research Laboratory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Publicly available for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Data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Training: 700 images (70%)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Validation: 150 images (15%)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Test: 150 images (15%)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Data augmentation applied: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 - Horizontal &amp; vertical flip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 - Random rotation (±30°)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Prior/Related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Benchmark results on Kvasir-SEG dataset: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920240"/>
          <a:ext cx="9144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Dice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IoU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U-Net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0.818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0.746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ResUNet++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0.813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0.793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PraNet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0.898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0.840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HarDNet-MSEG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0.912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0.857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Polyp-PVT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0.917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0.864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Algorithm: UNet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Encoder (Contracting Path): Captures context — understands WHAT is in the image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  ◦ Series of Conv blocks + MaxPool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  ◦ Doubles channels, halves resolution at each level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Bottleneck: Compressed representation with maximum semantic information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Decoder (Expanding Path): Enables precise localization — determines WHERE things are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Skip Connections: Preserve spatial details lost during downsampling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  ◦ Copy features from encoder directly to decoder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  ◦ Critical for sharp boundary detection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Output: Pixel-wise segmentation mask (same size as input)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UNet for Medical Image Segmentation?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Specifically designed for biomedical image segmentation (2015)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Works well with limited training data (only 1,000 images)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Produces full-resolution output — same size as input image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Skip connections preserve fine spatial details for accurate boundaries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Proven track record in medical imaging applications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Architecture Ablations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Experiment 1: Effect of Depth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 - Shallow UNet (2 encoder blocks)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 - Standard UNet (4 encoder blocks)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Experiment 2: Skip Connections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 - UNet WITH skip connections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 - UNet WITHOUT skip connections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Loss Function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Experiment 3: Loss Functions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 - Binary Cross-Entropy (BCE)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 - Dice Loss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 - Combined Loss (BCE + Dice)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Total: 7 experiment configurations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Primary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Dice Coefficient (Primary)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 Dice = 2×|A∩B| / (|A| + |B|)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 Measures overlap between masks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IoU (Intersection over Union)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 IoU = |A∩B| / |A∪B|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 Stricter overlap measure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Secondary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Precision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 TP / (TP + FP)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 Accuracy of positive predictions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Recall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 TP / (TP + FN)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 Coverage of actual polyps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Why not Accuracy? Class imbalance (~90% background)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Framework: PyTorch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Hardware: Google Colab with T4 GPU (16GB VRAM)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Image size: 256×256 pixels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Batch size: 8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Optimizer: Adam (learning rate = 1e-4)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Scheduler: ReduceLROnPlateau (factor=0.5, patience=5)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Early stopping: patience = 10 epochs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Maximum epochs: 30 per experiment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Based on prior work and architecture analysis: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920240"/>
          <a:ext cx="9144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Expected Dice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Expected IoU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Standard UNet (depth=4, with skip)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0.80 - 0.85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0.70 - 0.78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Shallow UNet (depth=2)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0.75 - 0.80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0.65 - 0.72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UNet without skip connections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0.65 - 0.75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0.55 - 0.65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Hypotheses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Deeper networks will perform better than shallow networks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  ◦ More layers = more capacity to learn complex features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Skip connections are essential for precise boundary segmentation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  ◦ Without skip connections, spatial information is lost during encoding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Combined loss (BCE + Dice) will outperform single loss functions</a:t>
            </a:r>
          </a:p>
          <a:p>
            <a:pPr>
              <a:spcAft>
                <a:spcPts val="800"/>
              </a:spcAft>
              <a:defRPr sz="1800">
                <a:solidFill>
                  <a:srgbClr val="646464"/>
                </a:solidFill>
              </a:defRPr>
            </a:pPr>
            <a:r>
              <a:t>    ◦ BCE provides pixel-wise accuracy, Dice optimizes region overlap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Data augmentation will improve generalization on test set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Ronneberger, O., Fischer, P., &amp; Brox, T. (2015). U-Net: Convolutional Networks for Biomedical Image Segmentation. MICCAI 2015.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Jha, D., et al. (2020). Kvasir-SEG: A Segmented Polyp Dataset. MMM 2020.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Fan, D.P., et al. (2020). PraNet: Parallel Reverse Attention Network for Polyp Segmentation. MICCAI 2020.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Huang, C.H., et al. (2021). HarDNet-MSEG: A Simple Encoder-Decoder Polyp Segmentation Neural Network.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t>• Dataset: https://datasets.simula.no/kvasir-seg/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